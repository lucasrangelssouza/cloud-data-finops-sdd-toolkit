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20f64a20104c2f" /><Relationship Type="http://schemas.openxmlformats.org/officeDocument/2006/relationships/extended-properties" Target="/docProps/app.xml" Id="R2256b86dc0e3432a" /><Relationship Type="http://schemas.openxmlformats.org/officeDocument/2006/relationships/officeDocument" Target="/ppt/presentation.xml" Id="Rdcec4f48933e412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2e9dd433f440c4"/>
  </p:sldMasterIdLst>
  <p:notesMasterIdLst>
    <p:notesMasterId xmlns:r="http://schemas.openxmlformats.org/officeDocument/2006/relationships" r:id="R11d810d909c4492d"/>
  </p:notesMasterIdLst>
  <p:sldIdLst>
    <p:sldId xmlns:r="http://schemas.openxmlformats.org/officeDocument/2006/relationships" id="256" r:id="Re878dcedfab74caf"/>
    <p:sldId xmlns:r="http://schemas.openxmlformats.org/officeDocument/2006/relationships" id="257" r:id="R94eb0c6ce6544370"/>
    <p:sldId xmlns:r="http://schemas.openxmlformats.org/officeDocument/2006/relationships" id="258" r:id="R579d3946b86543ce"/>
    <p:sldId xmlns:r="http://schemas.openxmlformats.org/officeDocument/2006/relationships" id="259" r:id="R4bb317ab2c5c4f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e0fd54001f4385" /><Relationship Type="http://schemas.openxmlformats.org/officeDocument/2006/relationships/slideMaster" Target="/ppt/slideMasters/slideMaster1.xml" Id="Re92e9dd433f440c4" /><Relationship Type="http://schemas.openxmlformats.org/officeDocument/2006/relationships/notesMaster" Target="/ppt/notesMasters/notesMaster1.xml" Id="R11d810d909c4492d" /><Relationship Type="http://schemas.openxmlformats.org/officeDocument/2006/relationships/presProps" Target="/ppt/presProps.xml" Id="Rc1320727a696498b" /><Relationship Type="http://schemas.openxmlformats.org/officeDocument/2006/relationships/tableStyles" Target="/ppt/tableStyles.xml" Id="R95f3b5b5d6e64ad5" /><Relationship Type="http://schemas.openxmlformats.org/officeDocument/2006/relationships/slide" Target="/ppt/slides/slide1.xml" Id="Re878dcedfab74caf" /><Relationship Type="http://schemas.openxmlformats.org/officeDocument/2006/relationships/slide" Target="/ppt/slides/slide2.xml" Id="R94eb0c6ce6544370" /><Relationship Type="http://schemas.openxmlformats.org/officeDocument/2006/relationships/slide" Target="/ppt/slides/slide3.xml" Id="R579d3946b86543ce" /><Relationship Type="http://schemas.openxmlformats.org/officeDocument/2006/relationships/slide" Target="/ppt/slides/slide4.xml" Id="R4bb317ab2c5c4f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ec7cd7b90346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6e6ccdb3cc47dc" /><Relationship Type="http://schemas.openxmlformats.org/officeDocument/2006/relationships/notesMaster" Target="/ppt/notesMasters/notesMaster1.xml" Id="Rb608648fe4c04b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1cc8bf262a4eea" /><Relationship Type="http://schemas.openxmlformats.org/officeDocument/2006/relationships/notesMaster" Target="/ppt/notesMasters/notesMaster1.xml" Id="R17111e846cda4a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625c443b43247ed" /><Relationship Type="http://schemas.openxmlformats.org/officeDocument/2006/relationships/notesMaster" Target="/ppt/notesMasters/notesMaster1.xml" Id="R9f52c8f8d8204b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6b18088dce4c4e" /><Relationship Type="http://schemas.openxmlformats.org/officeDocument/2006/relationships/notesMaster" Target="/ppt/notesMasters/notesMaster1.xml" Id="Rf621f612f67f41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values in this deck originate from tests/fixtures/assessment.json.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Access requirements follow docs/ACCESS_PLAN.md and the linked official provider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tests/fixtures/assessment.json. Units remain separate: BigQuery bytes billed are volume, while Athena variance is currency.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Validation evidence is generated by make check. The deck reports repository status, not external cloud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80efb1b804f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13e48ccc704f48" /><Relationship Type="http://schemas.openxmlformats.org/officeDocument/2006/relationships/slideLayout" Target="/ppt/slideLayouts/slideLayout1.xml" Id="R6c338ed8b15246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338ed8b15246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5adf69c474a5b" /><Relationship Type="http://schemas.openxmlformats.org/officeDocument/2006/relationships/notesSlide" Target="/ppt/notesSlides/notesSlide1.xml" Id="Ra50520f0ef0246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420943c544849" /><Relationship Type="http://schemas.openxmlformats.org/officeDocument/2006/relationships/notesSlide" Target="/ppt/notesSlides/notesSlide2.xml" Id="Rc6aadcc02cc34e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7e8831bf94cdd" /><Relationship Type="http://schemas.openxmlformats.org/officeDocument/2006/relationships/notesSlide" Target="/ppt/notesSlides/notesSlide3.xml" Id="R81e6725a318a468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5df6b7b3a4d44" /><Relationship Type="http://schemas.openxmlformats.org/officeDocument/2006/relationships/notesSlide" Target="/ppt/notesSlides/notesSlide4.xml" Id="R533fb78aa6644d1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0779F6-ADD3-45E1-BC43-DD492849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Cloud data FinOps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E371B-5FEF-4CA5-B4C4-E8A5DA9E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19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Fixture-first GCP and AWS reference 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5C0CD9-7A2E-4FF9-A13C-C1DE8DA5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BA0C1D-9D37-452D-ADF3-0CB18DCE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Synthetic evidence only. No customer data, cloud credentials, or savings claims.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956A3-C298-43AB-A311-E068802E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Assessment demo-2026-09  |  Generated from a versioned fixture</a:t>
            </a:r>
          </a:p>
        </p:txBody>
      </p:sp>
    </p:spTree>
    <p:extLst>
      <p:ext uri="{BB962C8B-B14F-4D97-AF65-F5344CB8AC3E}">
        <p14:creationId xmlns:p14="http://schemas.microsoft.com/office/powerpoint/2010/main" val="11691579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FB01CF-B1D3-4B1B-B2D7-E7222E8A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Scope and access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BFD58-CAD0-4C69-AF17-34F649A2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The reference runtime validates scope before it evaluates cost signals.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8EB91-C028-4F4C-A3EE-0BEE2EF4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7060B-7C2A-4A7E-A39E-4FDA509A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B981"/>
                </a:solidFill>
                <a:latin typeface="Arial"/>
                <a:ea typeface="Arial"/>
                <a:cs typeface="Arial"/>
              </a:rPr>
              <a:t>Reads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DF9EA-6C8A-4515-80C7-A8515808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BigQuery job metadata, approved billing telemetry, Cost Explorer metadata, and an optional approved CUR path.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3FFB07-5216-48BC-AFD2-E3DA0C0B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526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Rejects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66E0F0-772B-441B-BB86-878DE63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4667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Owner and Editor roles, AdministratorAccess, wildcard actions, unrestricted Athena and S3, and CUR without an approved prefix.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75382-4CEC-417B-9A47-8E2FF803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E88425-5B1B-4F2A-B9D8-084C469F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3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Current execution uses synthetic fixtures. Live-provider adapters remain opt-in work and require a separate approved scope.</a:t>
            </a:r>
          </a:p>
        </p:txBody>
      </p:sp>
    </p:spTree>
    <p:extLst>
      <p:ext uri="{BB962C8B-B14F-4D97-AF65-F5344CB8AC3E}">
        <p14:creationId xmlns:p14="http://schemas.microsoft.com/office/powerpoint/2010/main" val="220118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78D79-0D40-4E4E-B974-B251A167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Synthetic findings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177B1-52A1-4BBD-80FF-3B12DEE6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Each signal includes evidence, a limitation, and a next investigation step.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97B02-8E3D-45AD-808F-6263E4AC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859EF-D74D-4463-AFFE-AA7426FB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BQ-001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62CE6-C8E7-4A7B-BF49-82221CA4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61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3,000 GB billed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1EB79-3287-4367-8630-10256B1E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4476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Job job-expensive ran without partition pruning. Review filters and the query plan before changing the workload.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68B173-77C2-4715-913E-DE40FB3C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336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9E0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AWS-001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997255-8509-455D-A43B-C0F40735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$700 above 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04391-9931-43AC-B60E-053AFB9A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76600"/>
            <a:ext cx="44767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Amazon Athena is 100% above the fixture baseline. Inspect workload, tags, and query patterns before considering commitments.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CDBB4-63E2-4D65-ACC8-76C7F42F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B5DAEA-9A1E-4125-967B-75B10074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The findings show signals in a synthetic fixture. They do not estimate a saving or authorize a cloud change.</a:t>
            </a:r>
          </a:p>
        </p:txBody>
      </p:sp>
    </p:spTree>
    <p:extLst>
      <p:ext uri="{BB962C8B-B14F-4D97-AF65-F5344CB8AC3E}">
        <p14:creationId xmlns:p14="http://schemas.microsoft.com/office/powerpoint/2010/main" val="12586286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8319E-73FA-42A7-AF2E-BE928118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Verification and next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187396-5D26-4D7D-B2EB-8F75FAEC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The repository proves a small vertical slice before a live integration is added.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44C81E-888C-4DEE-9B46-B6D594CD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725BB6-6398-499D-B163-6E2F77DE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B98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B981"/>
                </a:solidFill>
                <a:latin typeface="Arial"/>
                <a:ea typeface="Arial"/>
                <a:cs typeface="Arial"/>
              </a:rPr>
              <a:t>Verified locally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6D829-6AD0-45F1-811B-C092006E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762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Package installation, console command, validation, access preflight, deterministic findings, Markdown report, PNG evidence cards, and four CLI contract tests.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7EC82-FF5B-405B-A8D4-3D221D09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336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Next verifiable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899633-D5D1-4266-BA6F-194CD436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4762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75569"/>
                </a:solidFill>
                <a:latin typeface="Arial"/>
                <a:ea typeface="Arial"/>
                <a:cs typeface="Arial"/>
              </a:rPr>
              <a:t>Generate provider-specific access requests, add mocked GCP/AWS adapters, produce a full technical report, and test an opt-in live collection path.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AEF7CD-5CC8-4428-870C-F490FD42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solidFill>
              <a:srgbClr val="E2E8F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50416-6905-4C1F-9D75-3E4B8B90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F172A"/>
                </a:solidFill>
                <a:latin typeface="Arial"/>
                <a:ea typeface="Arial"/>
                <a:cs typeface="Arial"/>
              </a:rPr>
              <a:t>The public repository stays fixture-first until the next scope has tests, documentation, and sanitized evidence.</a:t>
            </a:r>
          </a:p>
        </p:txBody>
      </p:sp>
    </p:spTree>
    <p:extLst>
      <p:ext uri="{BB962C8B-B14F-4D97-AF65-F5344CB8AC3E}">
        <p14:creationId xmlns:p14="http://schemas.microsoft.com/office/powerpoint/2010/main" val="15078541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2026-09-23T22:08:44.6450000Z</dcterms:created>
  <dcterms:modified xsi:type="dcterms:W3CDTF">2026-09-23T22:08:44.6450000Z</dcterms:modified>
</coreProperties>
</file>